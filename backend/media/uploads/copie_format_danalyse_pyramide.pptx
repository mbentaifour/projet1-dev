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618EE50-593D-4FAF-8F3A-CD45FCA652A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02CC05-1982-4017-9BF3-88939782A4B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4DA740-9B21-4A62-A2A8-9E88781E8E5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0619EC-4D4C-4A8E-AB2A-88BAEA1867F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4F459C7-13F0-4811-8DE8-E4BE909B87D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E3F51C4-0284-493B-9682-DC38888F487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5EB6C48-8DEB-4842-A259-4DCD013E47D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989721-AEA2-4936-A279-B4380FFDACE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C304AE-F3A2-4B95-9D12-5FFEFC59647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A54D813-BC1F-4700-BE59-10AD7949420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FD1B22A-B457-400F-8A38-54109E101EA6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1177ED-4267-4AA4-8D1A-DCA4E3E969DB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01DA8D-4C2F-47A5-BBF5-9197B6663A6E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73FBB9-9DE4-454A-A219-3287E52FFC8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5A3959-B5F3-45BA-A77A-48A564ECC326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20B3B6-1063-4553-806E-37341791CFE0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19A559-16C4-48FE-983F-7FCD7E6503A0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935256-504C-4FFB-B9B9-7225C74AF390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810BCB-B4AB-48BA-8FE2-7A7848A9463D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912EE4-3C3C-4471-8C4C-EB78109DE4D6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055464-2623-43C3-AA0A-773C9420F9C4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BD1858-BA33-412A-BDFE-9778C1C03F2C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074AF1-0233-41D0-8B17-CA7121511298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F8B9EB-A78B-4CC6-8FD1-75BB8C9DF73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 indent="0">
              <a:buNone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pour éditer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 format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du texte-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titre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33A0AC-A485-4245-8A16-7C0C7167019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pPr indent="0">
              <a:buNone/>
            </a:pP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iq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z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ur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é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at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u 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e-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fr-FR" sz="5200" spc="-1" strike="noStrike">
                <a:solidFill>
                  <a:srgbClr val="000000"/>
                </a:solidFill>
                <a:latin typeface="Arial"/>
              </a:rPr>
              <a:t>re</a:t>
            </a:r>
            <a:endParaRPr b="0" lang="fr-F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EF4599-EBFB-4E04-A9A6-EC4A26C485F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311760" y="419400"/>
            <a:ext cx="7684560" cy="928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95000"/>
              </a:lnSpc>
              <a:buNone/>
              <a:tabLst>
                <a:tab algn="l" pos="0"/>
              </a:tabLst>
            </a:pPr>
            <a:r>
              <a:rPr b="1" lang="en" sz="1790" spc="-1" strike="noStrike">
                <a:solidFill>
                  <a:schemeClr val="dk1"/>
                </a:solidFill>
                <a:latin typeface="Google Sans"/>
                <a:ea typeface="Google Sans"/>
              </a:rPr>
              <a:t>Has this file been identified as malicious? Explain why or why not.</a:t>
            </a:r>
            <a:endParaRPr b="0" lang="fr-FR" sz="179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fr-FR" sz="179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fr-FR" sz="1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55;p13"/>
          <p:cNvSpPr/>
          <p:nvPr/>
        </p:nvSpPr>
        <p:spPr>
          <a:xfrm>
            <a:off x="311760" y="1060200"/>
            <a:ext cx="75384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434343"/>
                </a:solidFill>
                <a:latin typeface="Arial"/>
                <a:ea typeface="Arial"/>
              </a:rPr>
              <a:t>Enter your answer here.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60;p14"/>
          <p:cNvGrpSpPr/>
          <p:nvPr/>
        </p:nvGrpSpPr>
        <p:grpSpPr>
          <a:xfrm>
            <a:off x="52560" y="399240"/>
            <a:ext cx="5416920" cy="4685040"/>
            <a:chOff x="52560" y="399240"/>
            <a:chExt cx="5416920" cy="4685040"/>
          </a:xfrm>
        </p:grpSpPr>
        <p:sp>
          <p:nvSpPr>
            <p:cNvPr id="81" name="Google Shape;61;p14"/>
            <p:cNvSpPr/>
            <p:nvPr/>
          </p:nvSpPr>
          <p:spPr>
            <a:xfrm>
              <a:off x="52560" y="399240"/>
              <a:ext cx="5416920" cy="46850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2" name="Google Shape;62;p14"/>
            <p:cNvCxnSpPr/>
            <p:nvPr/>
          </p:nvCxnSpPr>
          <p:spPr>
            <a:xfrm>
              <a:off x="2174760" y="1426320"/>
              <a:ext cx="1162800" cy="360"/>
            </a:xfrm>
            <a:prstGeom prst="straightConnector1">
              <a:avLst/>
            </a:prstGeom>
            <a:ln w="28575">
              <a:solidFill>
                <a:srgbClr val="ffffff"/>
              </a:solidFill>
              <a:round/>
            </a:ln>
          </p:spPr>
        </p:cxnSp>
        <p:cxnSp>
          <p:nvCxnSpPr>
            <p:cNvPr id="83" name="Google Shape;63;p14"/>
            <p:cNvCxnSpPr/>
            <p:nvPr/>
          </p:nvCxnSpPr>
          <p:spPr>
            <a:xfrm>
              <a:off x="1714320" y="2214360"/>
              <a:ext cx="2094480" cy="360"/>
            </a:xfrm>
            <a:prstGeom prst="straightConnector1">
              <a:avLst/>
            </a:prstGeom>
            <a:ln w="28575">
              <a:solidFill>
                <a:srgbClr val="ffffff"/>
              </a:solidFill>
              <a:round/>
            </a:ln>
          </p:spPr>
        </p:cxnSp>
        <p:cxnSp>
          <p:nvCxnSpPr>
            <p:cNvPr id="84" name="Google Shape;64;p14"/>
            <p:cNvCxnSpPr/>
            <p:nvPr/>
          </p:nvCxnSpPr>
          <p:spPr>
            <a:xfrm>
              <a:off x="1269360" y="2976480"/>
              <a:ext cx="2971080" cy="360"/>
            </a:xfrm>
            <a:prstGeom prst="straightConnector1">
              <a:avLst/>
            </a:prstGeom>
            <a:ln w="28575">
              <a:solidFill>
                <a:srgbClr val="ffffff"/>
              </a:solidFill>
              <a:round/>
            </a:ln>
          </p:spPr>
        </p:cxnSp>
        <p:cxnSp>
          <p:nvCxnSpPr>
            <p:cNvPr id="85" name="Google Shape;65;p14"/>
            <p:cNvCxnSpPr/>
            <p:nvPr/>
          </p:nvCxnSpPr>
          <p:spPr>
            <a:xfrm>
              <a:off x="902880" y="3665520"/>
              <a:ext cx="3730320" cy="360"/>
            </a:xfrm>
            <a:prstGeom prst="straightConnector1">
              <a:avLst/>
            </a:prstGeom>
            <a:ln w="28575">
              <a:solidFill>
                <a:srgbClr val="ffffff"/>
              </a:solidFill>
              <a:round/>
            </a:ln>
          </p:spPr>
        </p:cxnSp>
        <p:cxnSp>
          <p:nvCxnSpPr>
            <p:cNvPr id="86" name="Google Shape;66;p14"/>
            <p:cNvCxnSpPr/>
            <p:nvPr/>
          </p:nvCxnSpPr>
          <p:spPr>
            <a:xfrm>
              <a:off x="484200" y="4351320"/>
              <a:ext cx="4541760" cy="360"/>
            </a:xfrm>
            <a:prstGeom prst="straightConnector1">
              <a:avLst/>
            </a:prstGeom>
            <a:ln w="28575">
              <a:solidFill>
                <a:srgbClr val="ffffff"/>
              </a:solidFill>
              <a:round/>
            </a:ln>
          </p:spPr>
        </p:cxnSp>
      </p:grpSp>
      <p:sp>
        <p:nvSpPr>
          <p:cNvPr id="87" name="Google Shape;67;p14"/>
          <p:cNvSpPr/>
          <p:nvPr/>
        </p:nvSpPr>
        <p:spPr>
          <a:xfrm>
            <a:off x="2424240" y="863640"/>
            <a:ext cx="8053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lt1"/>
                </a:solidFill>
                <a:latin typeface="Google Sans"/>
                <a:ea typeface="Google Sans"/>
              </a:rPr>
              <a:t>TTPs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68;p14"/>
          <p:cNvSpPr/>
          <p:nvPr/>
        </p:nvSpPr>
        <p:spPr>
          <a:xfrm>
            <a:off x="2411280" y="1578960"/>
            <a:ext cx="8053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lt1"/>
                </a:solidFill>
                <a:latin typeface="Google Sans"/>
                <a:ea typeface="Google Sans"/>
              </a:rPr>
              <a:t>Tools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69;p14"/>
          <p:cNvSpPr/>
          <p:nvPr/>
        </p:nvSpPr>
        <p:spPr>
          <a:xfrm>
            <a:off x="1792080" y="2294280"/>
            <a:ext cx="19911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lt1"/>
                </a:solidFill>
                <a:latin typeface="Google Sans"/>
                <a:ea typeface="Google Sans"/>
              </a:rPr>
              <a:t>Network/host artifacts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70;p14"/>
          <p:cNvSpPr/>
          <p:nvPr/>
        </p:nvSpPr>
        <p:spPr>
          <a:xfrm>
            <a:off x="1978920" y="3118680"/>
            <a:ext cx="204840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lt1"/>
                </a:solidFill>
                <a:latin typeface="Google Sans"/>
                <a:ea typeface="Google Sans"/>
              </a:rPr>
              <a:t>Domain names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71;p14"/>
          <p:cNvSpPr/>
          <p:nvPr/>
        </p:nvSpPr>
        <p:spPr>
          <a:xfrm>
            <a:off x="1978920" y="3755160"/>
            <a:ext cx="204840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lt1"/>
                </a:solidFill>
                <a:latin typeface="Google Sans"/>
                <a:ea typeface="Google Sans"/>
              </a:rPr>
              <a:t>IP addresses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72;p14"/>
          <p:cNvSpPr/>
          <p:nvPr/>
        </p:nvSpPr>
        <p:spPr>
          <a:xfrm>
            <a:off x="1978920" y="4457520"/>
            <a:ext cx="204840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700" spc="-1" strike="noStrike">
                <a:solidFill>
                  <a:schemeClr val="lt1"/>
                </a:solidFill>
                <a:latin typeface="Google Sans"/>
                <a:ea typeface="Google Sans"/>
              </a:rPr>
              <a:t>Hash values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Google Shape;73;p14"/>
          <p:cNvCxnSpPr/>
          <p:nvPr/>
        </p:nvCxnSpPr>
        <p:spPr>
          <a:xfrm>
            <a:off x="3153600" y="1086120"/>
            <a:ext cx="1694880" cy="1080"/>
          </a:xfrm>
          <a:prstGeom prst="bentConnector3">
            <a:avLst>
              <a:gd name="adj1" fmla="val 50010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94" name="Google Shape;74;p14"/>
          <p:cNvSpPr/>
          <p:nvPr/>
        </p:nvSpPr>
        <p:spPr>
          <a:xfrm>
            <a:off x="4848480" y="824400"/>
            <a:ext cx="2020320" cy="5248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" name="Google Shape;75;p14"/>
          <p:cNvCxnSpPr>
            <a:endCxn id="96" idx="1"/>
          </p:cNvCxnSpPr>
          <p:nvPr/>
        </p:nvCxnSpPr>
        <p:spPr>
          <a:xfrm>
            <a:off x="3578760" y="1801440"/>
            <a:ext cx="1695240" cy="720"/>
          </a:xfrm>
          <a:prstGeom prst="bentConnector3">
            <a:avLst>
              <a:gd name="adj1" fmla="val 50000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96" name="Google Shape;76;p14"/>
          <p:cNvSpPr/>
          <p:nvPr/>
        </p:nvSpPr>
        <p:spPr>
          <a:xfrm>
            <a:off x="5273640" y="1539360"/>
            <a:ext cx="2020320" cy="5248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Google Shape;77;p14"/>
          <p:cNvCxnSpPr>
            <a:endCxn id="98" idx="1"/>
          </p:cNvCxnSpPr>
          <p:nvPr/>
        </p:nvCxnSpPr>
        <p:spPr>
          <a:xfrm>
            <a:off x="3986280" y="2571120"/>
            <a:ext cx="1695240" cy="720"/>
          </a:xfrm>
          <a:prstGeom prst="bentConnector3">
            <a:avLst>
              <a:gd name="adj1" fmla="val 50000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98" name="Google Shape;78;p14"/>
          <p:cNvSpPr/>
          <p:nvPr/>
        </p:nvSpPr>
        <p:spPr>
          <a:xfrm>
            <a:off x="5681160" y="2309040"/>
            <a:ext cx="2020320" cy="5248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Google Shape;79;p14"/>
          <p:cNvCxnSpPr>
            <a:endCxn id="100" idx="1"/>
          </p:cNvCxnSpPr>
          <p:nvPr/>
        </p:nvCxnSpPr>
        <p:spPr>
          <a:xfrm>
            <a:off x="4425840" y="3274200"/>
            <a:ext cx="1695240" cy="1080"/>
          </a:xfrm>
          <a:prstGeom prst="bentConnector3">
            <a:avLst>
              <a:gd name="adj1" fmla="val 50000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100" name="Google Shape;80;p14"/>
          <p:cNvSpPr/>
          <p:nvPr/>
        </p:nvSpPr>
        <p:spPr>
          <a:xfrm>
            <a:off x="6120720" y="3012480"/>
            <a:ext cx="2020320" cy="5248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" name="Google Shape;81;p14"/>
          <p:cNvCxnSpPr>
            <a:endCxn id="102" idx="1"/>
          </p:cNvCxnSpPr>
          <p:nvPr/>
        </p:nvCxnSpPr>
        <p:spPr>
          <a:xfrm>
            <a:off x="4835520" y="3977640"/>
            <a:ext cx="1695240" cy="1080"/>
          </a:xfrm>
          <a:prstGeom prst="bentConnector3">
            <a:avLst>
              <a:gd name="adj1" fmla="val 50000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102" name="Google Shape;82;p14"/>
          <p:cNvSpPr/>
          <p:nvPr/>
        </p:nvSpPr>
        <p:spPr>
          <a:xfrm>
            <a:off x="6530400" y="3715920"/>
            <a:ext cx="2020320" cy="5248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" name="Google Shape;83;p14"/>
          <p:cNvCxnSpPr/>
          <p:nvPr/>
        </p:nvCxnSpPr>
        <p:spPr>
          <a:xfrm>
            <a:off x="5211000" y="4680000"/>
            <a:ext cx="1605600" cy="720"/>
          </a:xfrm>
          <a:prstGeom prst="bentConnector3">
            <a:avLst>
              <a:gd name="adj1" fmla="val 50011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104" name="Google Shape;84;p14"/>
          <p:cNvSpPr/>
          <p:nvPr/>
        </p:nvSpPr>
        <p:spPr>
          <a:xfrm>
            <a:off x="6816600" y="4417920"/>
            <a:ext cx="2020320" cy="5248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